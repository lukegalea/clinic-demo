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777240"/>
            <a:ext cx="2841955" cy="310896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222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414">
                <a:alpha val="10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66928" y="777240"/>
            <a:ext cx="28419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PHOENIX · ASH · BPMN · DMN · RULES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554480"/>
            <a:ext cx="11155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Vet Clinic Capstone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28803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D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Maximal Code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862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D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moving part is a declaration. Everything the users see, the engine executes,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D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operator is refused by — is generated from it.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66928" y="5120640"/>
            <a:ext cx="5486400" cy="1051560"/>
          </a:xfrm>
          <a:prstGeom prst="roundRect">
            <a:avLst>
              <a:gd name="adj" fmla="val 5217"/>
            </a:avLst>
          </a:prstGeom>
          <a:solidFill>
            <a:srgbClr val="1E1E1E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523036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frameworks, one thin shim. </a:t>
            </a:r>
            <a:pPr indent="0" marL="0">
              <a:buNone/>
            </a:pPr>
            <a:r>
              <a:rPr lang="en-US" sz="13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after this deck is live — everything shown exists in the tree at HEAD.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“no code.” Maximal code.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58952" y="1938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2450592"/>
            <a:ext cx="3035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DSL blocks read like policy: a surface, a state machine, a rule, a process. One breath each.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5112" y="169164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81144" y="1938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581144" y="2450592"/>
            <a:ext cx="3035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diagrams, refusals, guards, tokens — derived from the declarations. No second artifact to drift.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47304" y="169164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03336" y="1938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403336" y="2450592"/>
            <a:ext cx="3035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declarations ARE the running system: policies gate, bundles guard, tokens advance, diagrams stay true.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4343400"/>
            <a:ext cx="111556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4617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rule: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generated that isn’t declared — and nothing declared that doesn’t generate. </a:t>
            </a:r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schedule refuses a check-in, the message quotes the operator’s rule id. When the state machine diagram changes, it changed because the four transition lines changed.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repos, one thin shim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22376" y="17739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ash_a2ui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22376" y="2148840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from DSL — forms, tables, panels, actor, (soon) presence &amp; composer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5112" y="1645920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44568" y="17739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ash_bpmn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44568" y="2148840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as BPMN documents — durable tokens over Postgres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47304" y="1645920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66760" y="17739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ash_decisions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148840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as DMN tables — versioned, evaluated, verifiable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127248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22376" y="32552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ash_rules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" y="3630168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bundles — facts, outcomes, compile-to-hash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25112" y="3127248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44568" y="32552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ash_compliance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44568" y="3630168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plane — drafts, approvals, activations, evidence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47304" y="3127248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366760" y="32552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ash_agent_tools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3630168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introspection — describe, can, evaluate, edit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480060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FFD43B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clinic-demo — the capstone shim.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resource files, surface modules and two documents (BPMN + DMN). The frameworks do the rest — that’s the point of the demo.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SURFACE → UI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form and a table, declared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57784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04088" y="1728216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lib/clinic_demo_web/a2ui/intake_ui.ex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2020824"/>
            <a:ext cx="5212080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AshA2ui.Standalone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a2ui do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for_resource ClinicDemo.Scheduling.Appointment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component :form do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fields [:patient_id, :clinician_id,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:scheduled_at, :reason, :severity]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create_action :book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nested_form :patient do      # new patients,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fields [:name, :species,   # right here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:owner_email, ...]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component :table, :recent do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fields [:patient_label, :status,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:triage_urgency]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row_layout do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badge :triage_urgency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36792" y="1673352"/>
            <a:ext cx="5340096" cy="3419856"/>
          </a:xfrm>
          <a:prstGeom prst="roundRect">
            <a:avLst>
              <a:gd name="adj" fmla="val 1604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pic>
        <p:nvPicPr>
          <p:cNvPr id="8" name="Image 0" descr="/tmp/opencode/deck-shots/int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783080"/>
            <a:ext cx="5120640" cy="3200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11112" y="452628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222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414">
                <a:alpha val="10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611112" y="45262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at /intake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5257800"/>
            <a:ext cx="5257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template was written for this page. The gated create panel opens front-and-center; the picker, the nested new-patient section, loading states and skeletons are the framework’s, themed through tokens.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STATE MACHINE → DIAGRAM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lines; the picture cannot drift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57784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04088" y="1728216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lib/clinic_demo/scheduling/appointment.ex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2020824"/>
            <a:ext cx="5212080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extensions: [AshStateMachine]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state_machine do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state_attribute(:status)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default_initial_state(:scheduled)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transitions do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transition(:check_in,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from: :scheduled, to: :checked_in)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transition(:complete,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from: :checked_in, to: :completed)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transition(:cancel,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from: [:scheduled, :checked_in],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to: :cancelled)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transition(:mark_no_show,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from: :scheduled, to: :no_show)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36792" y="1673352"/>
            <a:ext cx="5340096" cy="3419856"/>
          </a:xfrm>
          <a:prstGeom prst="roundRect">
            <a:avLst>
              <a:gd name="adj" fmla="val 1604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pic>
        <p:nvPicPr>
          <p:cNvPr id="8" name="Image 0" descr="/tmp/opencode/deck-shots/oper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783080"/>
            <a:ext cx="5120640" cy="3200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11112" y="4526280"/>
            <a:ext cx="1192378" cy="310896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222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414">
                <a:alpha val="10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611112" y="4526280"/>
            <a:ext cx="11923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hub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5257800"/>
            <a:ext cx="5257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hub renders this declaration as a Mermaid diagram — derived, never drawn by hand. Illegal transitions are refused by name: “from scheduled to completed” is what the error says.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POLICY → AUTHORIZATION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policies gate the whole app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57784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04088" y="1728216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lib/clinic_demo/scheduling/appointment.ex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2020824"/>
            <a:ext cx="5212080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policies do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policy action_type(:read) do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authorize_if always()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policy action_type([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:create, :update, :destroy]) do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authorize_if actor_present()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config :ash_a2ui, actor: [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resource: ClinicDemo.Scheduling.Clinician,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label: :full_name]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36792" y="1673352"/>
            <a:ext cx="5340096" cy="3419856"/>
          </a:xfrm>
          <a:prstGeom prst="roundRect">
            <a:avLst>
              <a:gd name="adj" fmla="val 1604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pic>
        <p:nvPicPr>
          <p:cNvPr id="8" name="Image 0" descr="/tmp/opencode/deck-shots/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783080"/>
            <a:ext cx="5120640" cy="3200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11112" y="4526280"/>
            <a:ext cx="967435" cy="310896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222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414">
                <a:alpha val="10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611112" y="4526280"/>
            <a:ext cx="9674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board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5257800"/>
            <a:ext cx="5257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clinician picked at /acting-as, every write is refused — the board leads with the banner. The same declaration answers “why forbidden?” per policy, for agents and auditors alike.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RULES → GUARD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rulebook is data, not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57784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04088" y="1728216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lib/clinic_demo/compliance/appointment_rules.ex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2020824"/>
            <a:ext cx="5212080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AshRules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"check-in requires a recorded weight",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"appt.checkin_requires_weight",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severity: :high do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when_requires(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has(:appointment, :transition_to,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:checked_in))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fails_when(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neg(:appointment,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:patient_weight_recorded, true))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outcome(:noncompliant,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gap: "record the patient's weight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before check-in")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riding the transition: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 {ComplianceGuard,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transition_to: :checked_in}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36792" y="1673352"/>
            <a:ext cx="5340096" cy="3419856"/>
          </a:xfrm>
          <a:prstGeom prst="roundRect">
            <a:avLst>
              <a:gd name="adj" fmla="val 1604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pic>
        <p:nvPicPr>
          <p:cNvPr id="8" name="Image 0" descr="/tmp/opencode/deck-shots/ru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783080"/>
            <a:ext cx="5120640" cy="3200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11112" y="4526280"/>
            <a:ext cx="1117397" cy="310896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222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414">
                <a:alpha val="10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611112" y="4526280"/>
            <a:ext cx="11173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editor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5257800"/>
            <a:ext cx="5257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module compiles to a content-hashed bundle; the guard evaluates the activated bundle — rules in force are rows, drafted and approved through the lifecycle. Blocked actions quote the gap text verbatim.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PROCESS → TOKEN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document, executed as rows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57784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04088" y="1728216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priv/processes/appointment_visit.bpmn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2020824"/>
            <a:ext cx="5212080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Start_booked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Triage        (business rule → DMN)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RecordUrgency (service → record_triage)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CheckIn       (user task, nurses)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Consult       (user task)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Discharge     (service)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service tasks name the Ash action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they call; the engine invokes it.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:book do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change StartVisitProcess  # in-txn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36792" y="1673352"/>
            <a:ext cx="5340096" cy="3419856"/>
          </a:xfrm>
          <a:prstGeom prst="roundRect">
            <a:avLst>
              <a:gd name="adj" fmla="val 1604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pic>
        <p:nvPicPr>
          <p:cNvPr id="8" name="Image 0" descr="/tmp/opencode/deck-shots/ins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783080"/>
            <a:ext cx="5120640" cy="3200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11112" y="452628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222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414">
                <a:alpha val="10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611112" y="45262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 viewer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5257800"/>
            <a:ext cx="5257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starts the process inside the transaction. Open any visit from the hub: the diagram draws with the current node highlighted — waiting dashed, executing pulsing — and every guarded decision lands in the evidence trail.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STORY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 is agent-native,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7510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DCE9FC"/>
          </a:solidFill>
          <a:ln w="222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414">
                <a:alpha val="10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97510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ash_agent_tools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794760" y="1856232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/ can / evaluate / edit — the contract, readable by machines; semantic edits with compile gates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770632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054096"/>
            <a:ext cx="1192378" cy="310896"/>
          </a:xfrm>
          <a:prstGeom prst="roundRect">
            <a:avLst>
              <a:gd name="adj" fmla="val 50000"/>
            </a:avLst>
          </a:prstGeom>
          <a:solidFill>
            <a:srgbClr val="DCE9FC"/>
          </a:solidFill>
          <a:ln w="222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414">
                <a:alpha val="10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3054096"/>
            <a:ext cx="11923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Tidewave MCP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2935224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project_eval in the running app — Ash reflection, logs, SQL; get_docs at exact lockfile versions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849624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133088"/>
            <a:ext cx="1792224" cy="310896"/>
          </a:xfrm>
          <a:prstGeom prst="roundRect">
            <a:avLst>
              <a:gd name="adj" fmla="val 50000"/>
            </a:avLst>
          </a:prstGeom>
          <a:solidFill>
            <a:srgbClr val="DCE9FC"/>
          </a:solidFill>
          <a:ln w="222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414">
                <a:alpha val="10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413308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Serena-grade editing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4014216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ops + batch apply + formatter contract — agents author Ash DSL safely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4928616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5212080"/>
            <a:ext cx="1567282" cy="310896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222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414">
                <a:alpha val="10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77240" y="5212080"/>
            <a:ext cx="1567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console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794760" y="5093208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in-app: ask for an interface, it composes and verifies a surface live (LLM-backed, works keyless for browsing)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THIS DECK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watch in the live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 w="222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414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627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5448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— one form books the visit; the row lands with triage already decided (the DMN answered in-transaction).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140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FD43B"/>
          </a:solidFill>
          <a:ln w="222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414">
                <a:alpha val="10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48640" y="2414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340864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clinician, check the patient in on the board — the weight rule REFUSES it, quoting its rule id.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 w="222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414">
                <a:alpha val="10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48640" y="3200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1272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weight; check in again — it passes, the token advances, the instance viewer shows where the visit is.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8678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FD43B"/>
          </a:solidFill>
          <a:ln w="222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414">
                <a:alpha val="10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48640" y="3986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913632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/operator/rules — the same rule, as data: draft, validate, approve, activate. The editor is the lifecycle.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77316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 w="222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414">
                <a:alpha val="10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48640" y="4773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00016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agent console for an interface — it composes and verifies a surface on the fly.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55955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 w="222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414">
                <a:alpha val="10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48640" y="5559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48640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/dev/dashboard — the running system: telemetry the app was born with, not wired up for the demo.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82880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generated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isn’t declared.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76072" y="3566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D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declared that doesn’t generate.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76072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vet clinic capstone · Phoenix · Ash · ash_a2ui · ash_bpmn · ash_decisions · ash_rules · ash_compliance · ash_agent_tools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Vet Clinic Capstone — Maximal Code</dc:title>
  <dc:subject>PptxGenJS Presentation</dc:subject>
  <dc:creator>Clinic Demo</dc:creator>
  <cp:lastModifiedBy>Clinic Demo</cp:lastModifiedBy>
  <cp:revision>1</cp:revision>
  <dcterms:created xsi:type="dcterms:W3CDTF">2026-09-23T07:22:15Z</dcterms:created>
  <dcterms:modified xsi:type="dcterms:W3CDTF">2026-09-23T07:22:15Z</dcterms:modified>
</cp:coreProperties>
</file>